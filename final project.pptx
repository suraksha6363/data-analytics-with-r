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6" r:id="rId4"/>
  </p:sldMasterIdLst>
  <p:notesMasterIdLst>
    <p:notesMasterId r:id="rId23"/>
  </p:notesMasterIdLst>
  <p:handoutMasterIdLst>
    <p:handoutMasterId r:id="rId24"/>
  </p:handoutMasterIdLst>
  <p:sldIdLst>
    <p:sldId id="276" r:id="rId5"/>
    <p:sldId id="257" r:id="rId6"/>
    <p:sldId id="258" r:id="rId7"/>
    <p:sldId id="279" r:id="rId8"/>
    <p:sldId id="292" r:id="rId9"/>
    <p:sldId id="293" r:id="rId10"/>
    <p:sldId id="280" r:id="rId11"/>
    <p:sldId id="281" r:id="rId12"/>
    <p:sldId id="282" r:id="rId13"/>
    <p:sldId id="283" r:id="rId14"/>
    <p:sldId id="287" r:id="rId15"/>
    <p:sldId id="286" r:id="rId16"/>
    <p:sldId id="288" r:id="rId17"/>
    <p:sldId id="285" r:id="rId18"/>
    <p:sldId id="284" r:id="rId19"/>
    <p:sldId id="290" r:id="rId20"/>
    <p:sldId id="289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23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E01"/>
    <a:srgbClr val="000000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A7FDD-AB88-4081-AB86-C458FA2E0866}" v="63" dt="2024-12-19T05:46:24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95" autoAdjust="0"/>
    <p:restoredTop sz="94660"/>
  </p:normalViewPr>
  <p:slideViewPr>
    <p:cSldViewPr showGuides="1">
      <p:cViewPr>
        <p:scale>
          <a:sx n="54" d="100"/>
          <a:sy n="54" d="100"/>
        </p:scale>
        <p:origin x="462" y="420"/>
      </p:cViewPr>
      <p:guideLst>
        <p:guide orient="horz" pos="1049"/>
        <p:guide pos="23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ksha shetty" userId="b177946c21aeca0d" providerId="LiveId" clId="{4CCA7FDD-AB88-4081-AB86-C458FA2E0866}"/>
    <pc:docChg chg="undo custSel addSld delSld modSld sldOrd">
      <pc:chgData name="Suraksha shetty" userId="b177946c21aeca0d" providerId="LiveId" clId="{4CCA7FDD-AB88-4081-AB86-C458FA2E0866}" dt="2024-12-19T05:50:14.850" v="2763" actId="2696"/>
      <pc:docMkLst>
        <pc:docMk/>
      </pc:docMkLst>
      <pc:sldChg chg="ord">
        <pc:chgData name="Suraksha shetty" userId="b177946c21aeca0d" providerId="LiveId" clId="{4CCA7FDD-AB88-4081-AB86-C458FA2E0866}" dt="2024-12-18T15:57:08.680" v="348" actId="20578"/>
        <pc:sldMkLst>
          <pc:docMk/>
          <pc:sldMk cId="0" sldId="257"/>
        </pc:sldMkLst>
      </pc:sldChg>
      <pc:sldChg chg="addSp modSp mod">
        <pc:chgData name="Suraksha shetty" userId="b177946c21aeca0d" providerId="LiveId" clId="{4CCA7FDD-AB88-4081-AB86-C458FA2E0866}" dt="2024-12-19T05:49:41.562" v="2761" actId="1076"/>
        <pc:sldMkLst>
          <pc:docMk/>
          <pc:sldMk cId="126010867" sldId="278"/>
        </pc:sldMkLst>
        <pc:spChg chg="mod">
          <ac:chgData name="Suraksha shetty" userId="b177946c21aeca0d" providerId="LiveId" clId="{4CCA7FDD-AB88-4081-AB86-C458FA2E0866}" dt="2024-12-19T05:49:36.242" v="2760" actId="1076"/>
          <ac:spMkLst>
            <pc:docMk/>
            <pc:sldMk cId="126010867" sldId="278"/>
            <ac:spMk id="2" creationId="{92549C92-6E02-7874-9830-4BBD22F693CA}"/>
          </ac:spMkLst>
        </pc:spChg>
        <pc:spChg chg="mod">
          <ac:chgData name="Suraksha shetty" userId="b177946c21aeca0d" providerId="LiveId" clId="{4CCA7FDD-AB88-4081-AB86-C458FA2E0866}" dt="2024-12-19T05:47:40.630" v="2736" actId="14100"/>
          <ac:spMkLst>
            <pc:docMk/>
            <pc:sldMk cId="126010867" sldId="278"/>
            <ac:spMk id="3" creationId="{A1A907D9-CB79-A9DE-8BC6-D363DC31F4C0}"/>
          </ac:spMkLst>
        </pc:spChg>
        <pc:spChg chg="add mod">
          <ac:chgData name="Suraksha shetty" userId="b177946c21aeca0d" providerId="LiveId" clId="{4CCA7FDD-AB88-4081-AB86-C458FA2E0866}" dt="2024-12-19T05:49:41.562" v="2761" actId="1076"/>
          <ac:spMkLst>
            <pc:docMk/>
            <pc:sldMk cId="126010867" sldId="278"/>
            <ac:spMk id="10" creationId="{E49E790A-1902-59FC-8E27-62B73B1FA2D2}"/>
          </ac:spMkLst>
        </pc:spChg>
      </pc:sldChg>
      <pc:sldChg chg="modSp mod">
        <pc:chgData name="Suraksha shetty" userId="b177946c21aeca0d" providerId="LiveId" clId="{4CCA7FDD-AB88-4081-AB86-C458FA2E0866}" dt="2024-12-19T05:04:22.727" v="2270" actId="20577"/>
        <pc:sldMkLst>
          <pc:docMk/>
          <pc:sldMk cId="3037906821" sldId="279"/>
        </pc:sldMkLst>
        <pc:spChg chg="mod">
          <ac:chgData name="Suraksha shetty" userId="b177946c21aeca0d" providerId="LiveId" clId="{4CCA7FDD-AB88-4081-AB86-C458FA2E0866}" dt="2024-12-19T05:04:22.727" v="2270" actId="20577"/>
          <ac:spMkLst>
            <pc:docMk/>
            <pc:sldMk cId="3037906821" sldId="279"/>
            <ac:spMk id="3" creationId="{008D429B-9D9B-4862-86B0-1E8F0B471D49}"/>
          </ac:spMkLst>
        </pc:spChg>
      </pc:sldChg>
      <pc:sldChg chg="addSp delSp modSp add mod">
        <pc:chgData name="Suraksha shetty" userId="b177946c21aeca0d" providerId="LiveId" clId="{4CCA7FDD-AB88-4081-AB86-C458FA2E0866}" dt="2024-12-19T05:26:24.724" v="2597" actId="113"/>
        <pc:sldMkLst>
          <pc:docMk/>
          <pc:sldMk cId="1222120316" sldId="280"/>
        </pc:sldMkLst>
        <pc:spChg chg="del mod">
          <ac:chgData name="Suraksha shetty" userId="b177946c21aeca0d" providerId="LiveId" clId="{4CCA7FDD-AB88-4081-AB86-C458FA2E0866}" dt="2024-12-18T14:54:58.001" v="7"/>
          <ac:spMkLst>
            <pc:docMk/>
            <pc:sldMk cId="1222120316" sldId="280"/>
            <ac:spMk id="3" creationId="{44F32474-1D04-7BE3-932E-E863B04F0911}"/>
          </ac:spMkLst>
        </pc:spChg>
        <pc:spChg chg="add mod">
          <ac:chgData name="Suraksha shetty" userId="b177946c21aeca0d" providerId="LiveId" clId="{4CCA7FDD-AB88-4081-AB86-C458FA2E0866}" dt="2024-12-19T05:26:24.724" v="2597" actId="113"/>
          <ac:spMkLst>
            <pc:docMk/>
            <pc:sldMk cId="1222120316" sldId="280"/>
            <ac:spMk id="11" creationId="{766F10D3-1378-E079-C198-7EB43FE54C70}"/>
          </ac:spMkLst>
        </pc:spChg>
        <pc:spChg chg="add mod">
          <ac:chgData name="Suraksha shetty" userId="b177946c21aeca0d" providerId="LiveId" clId="{4CCA7FDD-AB88-4081-AB86-C458FA2E0866}" dt="2024-12-18T15:13:02.819" v="111" actId="1076"/>
          <ac:spMkLst>
            <pc:docMk/>
            <pc:sldMk cId="1222120316" sldId="280"/>
            <ac:spMk id="12" creationId="{3374DE60-4624-60FE-DB2D-B6B2C383DA05}"/>
          </ac:spMkLst>
        </pc:spChg>
        <pc:spChg chg="add">
          <ac:chgData name="Suraksha shetty" userId="b177946c21aeca0d" providerId="LiveId" clId="{4CCA7FDD-AB88-4081-AB86-C458FA2E0866}" dt="2024-12-18T15:12:53.565" v="108"/>
          <ac:spMkLst>
            <pc:docMk/>
            <pc:sldMk cId="1222120316" sldId="280"/>
            <ac:spMk id="13" creationId="{87E39B4E-8DF6-720E-FC59-D6BD08D7F1E7}"/>
          </ac:spMkLst>
        </pc:spChg>
      </pc:sldChg>
      <pc:sldChg chg="add del">
        <pc:chgData name="Suraksha shetty" userId="b177946c21aeca0d" providerId="LiveId" clId="{4CCA7FDD-AB88-4081-AB86-C458FA2E0866}" dt="2024-12-18T14:54:41.631" v="3" actId="2890"/>
        <pc:sldMkLst>
          <pc:docMk/>
          <pc:sldMk cId="3587710134" sldId="280"/>
        </pc:sldMkLst>
      </pc:sldChg>
      <pc:sldChg chg="add del">
        <pc:chgData name="Suraksha shetty" userId="b177946c21aeca0d" providerId="LiveId" clId="{4CCA7FDD-AB88-4081-AB86-C458FA2E0866}" dt="2024-12-18T14:54:41.103" v="2" actId="2890"/>
        <pc:sldMkLst>
          <pc:docMk/>
          <pc:sldMk cId="1496875269" sldId="281"/>
        </pc:sldMkLst>
      </pc:sldChg>
      <pc:sldChg chg="addSp modSp add mod ord">
        <pc:chgData name="Suraksha shetty" userId="b177946c21aeca0d" providerId="LiveId" clId="{4CCA7FDD-AB88-4081-AB86-C458FA2E0866}" dt="2024-12-19T05:30:29.711" v="2646" actId="20577"/>
        <pc:sldMkLst>
          <pc:docMk/>
          <pc:sldMk cId="1947966442" sldId="281"/>
        </pc:sldMkLst>
        <pc:spChg chg="mod">
          <ac:chgData name="Suraksha shetty" userId="b177946c21aeca0d" providerId="LiveId" clId="{4CCA7FDD-AB88-4081-AB86-C458FA2E0866}" dt="2024-12-19T05:30:29.711" v="2646" actId="20577"/>
          <ac:spMkLst>
            <pc:docMk/>
            <pc:sldMk cId="1947966442" sldId="281"/>
            <ac:spMk id="3" creationId="{4B3A0985-ECF3-657D-8544-BCC3E9A24F34}"/>
          </ac:spMkLst>
        </pc:spChg>
        <pc:spChg chg="add mod">
          <ac:chgData name="Suraksha shetty" userId="b177946c21aeca0d" providerId="LiveId" clId="{4CCA7FDD-AB88-4081-AB86-C458FA2E0866}" dt="2024-12-19T05:29:55.152" v="2642"/>
          <ac:spMkLst>
            <pc:docMk/>
            <pc:sldMk cId="1947966442" sldId="281"/>
            <ac:spMk id="11" creationId="{E72C26C7-2A06-4133-C3EF-9B86C3767705}"/>
          </ac:spMkLst>
        </pc:spChg>
        <pc:graphicFrameChg chg="add mod">
          <ac:chgData name="Suraksha shetty" userId="b177946c21aeca0d" providerId="LiveId" clId="{4CCA7FDD-AB88-4081-AB86-C458FA2E0866}" dt="2024-12-19T00:53:01.600" v="1629"/>
          <ac:graphicFrameMkLst>
            <pc:docMk/>
            <pc:sldMk cId="1947966442" sldId="281"/>
            <ac:graphicFrameMk id="9" creationId="{356ABB53-B124-A547-5094-C9D68D89F266}"/>
          </ac:graphicFrameMkLst>
        </pc:graphicFrameChg>
      </pc:sldChg>
      <pc:sldChg chg="addSp modSp add mod ord">
        <pc:chgData name="Suraksha shetty" userId="b177946c21aeca0d" providerId="LiveId" clId="{4CCA7FDD-AB88-4081-AB86-C458FA2E0866}" dt="2024-12-19T05:32:28.430" v="2654" actId="1076"/>
        <pc:sldMkLst>
          <pc:docMk/>
          <pc:sldMk cId="3218725788" sldId="282"/>
        </pc:sldMkLst>
        <pc:spChg chg="mod">
          <ac:chgData name="Suraksha shetty" userId="b177946c21aeca0d" providerId="LiveId" clId="{4CCA7FDD-AB88-4081-AB86-C458FA2E0866}" dt="2024-12-19T05:32:28.430" v="2654" actId="1076"/>
          <ac:spMkLst>
            <pc:docMk/>
            <pc:sldMk cId="3218725788" sldId="282"/>
            <ac:spMk id="3" creationId="{320B5EB4-1729-0EDA-73DE-99FC20273171}"/>
          </ac:spMkLst>
        </pc:spChg>
        <pc:spChg chg="add mod">
          <ac:chgData name="Suraksha shetty" userId="b177946c21aeca0d" providerId="LiveId" clId="{4CCA7FDD-AB88-4081-AB86-C458FA2E0866}" dt="2024-12-18T17:36:46.544" v="833" actId="14100"/>
          <ac:spMkLst>
            <pc:docMk/>
            <pc:sldMk cId="3218725788" sldId="282"/>
            <ac:spMk id="9" creationId="{86ABC72F-807F-1D2A-55C4-44F66DF98E5A}"/>
          </ac:spMkLst>
        </pc:spChg>
        <pc:spChg chg="add">
          <ac:chgData name="Suraksha shetty" userId="b177946c21aeca0d" providerId="LiveId" clId="{4CCA7FDD-AB88-4081-AB86-C458FA2E0866}" dt="2024-12-18T17:36:51.648" v="839"/>
          <ac:spMkLst>
            <pc:docMk/>
            <pc:sldMk cId="3218725788" sldId="282"/>
            <ac:spMk id="11" creationId="{D3AF64D3-93A1-AFD9-65B9-257DBF84DEA0}"/>
          </ac:spMkLst>
        </pc:spChg>
        <pc:spChg chg="add">
          <ac:chgData name="Suraksha shetty" userId="b177946c21aeca0d" providerId="LiveId" clId="{4CCA7FDD-AB88-4081-AB86-C458FA2E0866}" dt="2024-12-19T05:31:58.713" v="2648"/>
          <ac:spMkLst>
            <pc:docMk/>
            <pc:sldMk cId="3218725788" sldId="282"/>
            <ac:spMk id="12" creationId="{AC453288-E448-B5FF-C107-91C10613CE6E}"/>
          </ac:spMkLst>
        </pc:spChg>
      </pc:sldChg>
      <pc:sldChg chg="addSp delSp modSp add mod ord">
        <pc:chgData name="Suraksha shetty" userId="b177946c21aeca0d" providerId="LiveId" clId="{4CCA7FDD-AB88-4081-AB86-C458FA2E0866}" dt="2024-12-19T01:03:29.534" v="1847" actId="1076"/>
        <pc:sldMkLst>
          <pc:docMk/>
          <pc:sldMk cId="1488810612" sldId="283"/>
        </pc:sldMkLst>
        <pc:spChg chg="mod">
          <ac:chgData name="Suraksha shetty" userId="b177946c21aeca0d" providerId="LiveId" clId="{4CCA7FDD-AB88-4081-AB86-C458FA2E0866}" dt="2024-12-19T01:03:20.587" v="1844" actId="20577"/>
          <ac:spMkLst>
            <pc:docMk/>
            <pc:sldMk cId="1488810612" sldId="283"/>
            <ac:spMk id="3" creationId="{AAB40B88-C1C1-C848-6E5C-A722B5840977}"/>
          </ac:spMkLst>
        </pc:spChg>
        <pc:picChg chg="add mod">
          <ac:chgData name="Suraksha shetty" userId="b177946c21aeca0d" providerId="LiveId" clId="{4CCA7FDD-AB88-4081-AB86-C458FA2E0866}" dt="2024-12-19T01:03:29.534" v="1847" actId="1076"/>
          <ac:picMkLst>
            <pc:docMk/>
            <pc:sldMk cId="1488810612" sldId="283"/>
            <ac:picMk id="9" creationId="{23453225-966C-746E-CD13-ADECDC8D0D17}"/>
          </ac:picMkLst>
        </pc:picChg>
        <pc:picChg chg="add del mod">
          <ac:chgData name="Suraksha shetty" userId="b177946c21aeca0d" providerId="LiveId" clId="{4CCA7FDD-AB88-4081-AB86-C458FA2E0866}" dt="2024-12-19T00:21:21.661" v="1214" actId="21"/>
          <ac:picMkLst>
            <pc:docMk/>
            <pc:sldMk cId="1488810612" sldId="283"/>
            <ac:picMk id="11" creationId="{4A3E1E28-9AB5-8B96-16AD-742EFA4F5531}"/>
          </ac:picMkLst>
        </pc:picChg>
      </pc:sldChg>
      <pc:sldChg chg="new del">
        <pc:chgData name="Suraksha shetty" userId="b177946c21aeca0d" providerId="LiveId" clId="{4CCA7FDD-AB88-4081-AB86-C458FA2E0866}" dt="2024-12-19T00:04:23.544" v="868" actId="680"/>
        <pc:sldMkLst>
          <pc:docMk/>
          <pc:sldMk cId="2755982625" sldId="283"/>
        </pc:sldMkLst>
      </pc:sldChg>
      <pc:sldChg chg="addSp modSp add mod">
        <pc:chgData name="Suraksha shetty" userId="b177946c21aeca0d" providerId="LiveId" clId="{4CCA7FDD-AB88-4081-AB86-C458FA2E0866}" dt="2024-12-19T05:41:30.624" v="2716" actId="20577"/>
        <pc:sldMkLst>
          <pc:docMk/>
          <pc:sldMk cId="14290920" sldId="284"/>
        </pc:sldMkLst>
        <pc:spChg chg="mod">
          <ac:chgData name="Suraksha shetty" userId="b177946c21aeca0d" providerId="LiveId" clId="{4CCA7FDD-AB88-4081-AB86-C458FA2E0866}" dt="2024-12-19T05:41:30.624" v="2716" actId="20577"/>
          <ac:spMkLst>
            <pc:docMk/>
            <pc:sldMk cId="14290920" sldId="284"/>
            <ac:spMk id="3" creationId="{B292B817-40E3-135F-17EF-5D02D25EB33F}"/>
          </ac:spMkLst>
        </pc:spChg>
        <pc:spChg chg="add">
          <ac:chgData name="Suraksha shetty" userId="b177946c21aeca0d" providerId="LiveId" clId="{4CCA7FDD-AB88-4081-AB86-C458FA2E0866}" dt="2024-12-19T01:00:50.088" v="1812"/>
          <ac:spMkLst>
            <pc:docMk/>
            <pc:sldMk cId="14290920" sldId="284"/>
            <ac:spMk id="9" creationId="{0CE6D6DC-00D1-4580-B471-8296AC96B234}"/>
          </ac:spMkLst>
        </pc:spChg>
      </pc:sldChg>
      <pc:sldChg chg="addSp modSp add mod">
        <pc:chgData name="Suraksha shetty" userId="b177946c21aeca0d" providerId="LiveId" clId="{4CCA7FDD-AB88-4081-AB86-C458FA2E0866}" dt="2024-12-19T05:40:21.242" v="2708" actId="20577"/>
        <pc:sldMkLst>
          <pc:docMk/>
          <pc:sldMk cId="2596218119" sldId="285"/>
        </pc:sldMkLst>
        <pc:spChg chg="mod">
          <ac:chgData name="Suraksha shetty" userId="b177946c21aeca0d" providerId="LiveId" clId="{4CCA7FDD-AB88-4081-AB86-C458FA2E0866}" dt="2024-12-19T05:40:21.242" v="2708" actId="20577"/>
          <ac:spMkLst>
            <pc:docMk/>
            <pc:sldMk cId="2596218119" sldId="285"/>
            <ac:spMk id="3" creationId="{CA0A3547-C0FC-7A86-9A59-CB324FC0BC7F}"/>
          </ac:spMkLst>
        </pc:spChg>
        <pc:spChg chg="add">
          <ac:chgData name="Suraksha shetty" userId="b177946c21aeca0d" providerId="LiveId" clId="{4CCA7FDD-AB88-4081-AB86-C458FA2E0866}" dt="2024-12-19T00:48:48.734" v="1601"/>
          <ac:spMkLst>
            <pc:docMk/>
            <pc:sldMk cId="2596218119" sldId="285"/>
            <ac:spMk id="9" creationId="{85BEA280-5860-2404-5B7A-64F5581FC2C8}"/>
          </ac:spMkLst>
        </pc:spChg>
        <pc:spChg chg="add">
          <ac:chgData name="Suraksha shetty" userId="b177946c21aeca0d" providerId="LiveId" clId="{4CCA7FDD-AB88-4081-AB86-C458FA2E0866}" dt="2024-12-19T05:39:19.572" v="2703"/>
          <ac:spMkLst>
            <pc:docMk/>
            <pc:sldMk cId="2596218119" sldId="285"/>
            <ac:spMk id="11" creationId="{9BBC9C48-130A-B9C3-3A75-0E4ADD11CC4A}"/>
          </ac:spMkLst>
        </pc:spChg>
        <pc:spChg chg="add">
          <ac:chgData name="Suraksha shetty" userId="b177946c21aeca0d" providerId="LiveId" clId="{4CCA7FDD-AB88-4081-AB86-C458FA2E0866}" dt="2024-12-19T05:40:12.570" v="2705"/>
          <ac:spMkLst>
            <pc:docMk/>
            <pc:sldMk cId="2596218119" sldId="285"/>
            <ac:spMk id="12" creationId="{61A3661F-0BF9-051A-8315-9FFF7982BDB1}"/>
          </ac:spMkLst>
        </pc:spChg>
      </pc:sldChg>
      <pc:sldChg chg="addSp modSp add mod">
        <pc:chgData name="Suraksha shetty" userId="b177946c21aeca0d" providerId="LiveId" clId="{4CCA7FDD-AB88-4081-AB86-C458FA2E0866}" dt="2024-12-19T05:37:23.701" v="2687" actId="20577"/>
        <pc:sldMkLst>
          <pc:docMk/>
          <pc:sldMk cId="3769376843" sldId="286"/>
        </pc:sldMkLst>
        <pc:spChg chg="mod">
          <ac:chgData name="Suraksha shetty" userId="b177946c21aeca0d" providerId="LiveId" clId="{4CCA7FDD-AB88-4081-AB86-C458FA2E0866}" dt="2024-12-19T05:37:23.701" v="2687" actId="20577"/>
          <ac:spMkLst>
            <pc:docMk/>
            <pc:sldMk cId="3769376843" sldId="286"/>
            <ac:spMk id="3" creationId="{9B0D87D5-C70C-2C48-9A71-7412F1ECECC1}"/>
          </ac:spMkLst>
        </pc:spChg>
        <pc:spChg chg="add">
          <ac:chgData name="Suraksha shetty" userId="b177946c21aeca0d" providerId="LiveId" clId="{4CCA7FDD-AB88-4081-AB86-C458FA2E0866}" dt="2024-12-19T05:36:44.436" v="2679"/>
          <ac:spMkLst>
            <pc:docMk/>
            <pc:sldMk cId="3769376843" sldId="286"/>
            <ac:spMk id="11" creationId="{C1DEACD9-9F29-5217-75F4-003C286B80D7}"/>
          </ac:spMkLst>
        </pc:spChg>
        <pc:spChg chg="add">
          <ac:chgData name="Suraksha shetty" userId="b177946c21aeca0d" providerId="LiveId" clId="{4CCA7FDD-AB88-4081-AB86-C458FA2E0866}" dt="2024-12-19T05:37:13.632" v="2683"/>
          <ac:spMkLst>
            <pc:docMk/>
            <pc:sldMk cId="3769376843" sldId="286"/>
            <ac:spMk id="12" creationId="{9C30F99A-EEE6-174F-DC4C-5EE99E7B1AE6}"/>
          </ac:spMkLst>
        </pc:spChg>
        <pc:picChg chg="add mod">
          <ac:chgData name="Suraksha shetty" userId="b177946c21aeca0d" providerId="LiveId" clId="{4CCA7FDD-AB88-4081-AB86-C458FA2E0866}" dt="2024-12-19T00:31:23.292" v="1393" actId="14100"/>
          <ac:picMkLst>
            <pc:docMk/>
            <pc:sldMk cId="3769376843" sldId="286"/>
            <ac:picMk id="9" creationId="{0C523ECB-A6BE-929C-40D9-1673C70A0192}"/>
          </ac:picMkLst>
        </pc:picChg>
      </pc:sldChg>
      <pc:sldChg chg="addSp modSp add mod">
        <pc:chgData name="Suraksha shetty" userId="b177946c21aeca0d" providerId="LiveId" clId="{4CCA7FDD-AB88-4081-AB86-C458FA2E0866}" dt="2024-12-19T05:34:49.413" v="2673" actId="1076"/>
        <pc:sldMkLst>
          <pc:docMk/>
          <pc:sldMk cId="2458051602" sldId="287"/>
        </pc:sldMkLst>
        <pc:spChg chg="mod">
          <ac:chgData name="Suraksha shetty" userId="b177946c21aeca0d" providerId="LiveId" clId="{4CCA7FDD-AB88-4081-AB86-C458FA2E0866}" dt="2024-12-19T05:34:44.831" v="2672" actId="1076"/>
          <ac:spMkLst>
            <pc:docMk/>
            <pc:sldMk cId="2458051602" sldId="287"/>
            <ac:spMk id="3" creationId="{F84E15F5-2998-7198-F711-E0507F80F83B}"/>
          </ac:spMkLst>
        </pc:spChg>
        <pc:picChg chg="add mod">
          <ac:chgData name="Suraksha shetty" userId="b177946c21aeca0d" providerId="LiveId" clId="{4CCA7FDD-AB88-4081-AB86-C458FA2E0866}" dt="2024-12-19T05:34:49.413" v="2673" actId="1076"/>
          <ac:picMkLst>
            <pc:docMk/>
            <pc:sldMk cId="2458051602" sldId="287"/>
            <ac:picMk id="9" creationId="{14D51088-1E93-FC26-68AF-51D124F11D9D}"/>
          </ac:picMkLst>
        </pc:picChg>
      </pc:sldChg>
      <pc:sldChg chg="addSp modSp add mod">
        <pc:chgData name="Suraksha shetty" userId="b177946c21aeca0d" providerId="LiveId" clId="{4CCA7FDD-AB88-4081-AB86-C458FA2E0866}" dt="2024-12-19T05:39:09.816" v="2702" actId="20577"/>
        <pc:sldMkLst>
          <pc:docMk/>
          <pc:sldMk cId="627719285" sldId="288"/>
        </pc:sldMkLst>
        <pc:spChg chg="mod">
          <ac:chgData name="Suraksha shetty" userId="b177946c21aeca0d" providerId="LiveId" clId="{4CCA7FDD-AB88-4081-AB86-C458FA2E0866}" dt="2024-12-19T05:39:09.816" v="2702" actId="20577"/>
          <ac:spMkLst>
            <pc:docMk/>
            <pc:sldMk cId="627719285" sldId="288"/>
            <ac:spMk id="3" creationId="{53E9E5F8-B7E2-AC99-BCD2-2DD727F4347E}"/>
          </ac:spMkLst>
        </pc:spChg>
        <pc:spChg chg="add">
          <ac:chgData name="Suraksha shetty" userId="b177946c21aeca0d" providerId="LiveId" clId="{4CCA7FDD-AB88-4081-AB86-C458FA2E0866}" dt="2024-12-19T00:43:40.542" v="1557"/>
          <ac:spMkLst>
            <pc:docMk/>
            <pc:sldMk cId="627719285" sldId="288"/>
            <ac:spMk id="9" creationId="{51574D5F-A6B3-2688-7B49-085BB0904114}"/>
          </ac:spMkLst>
        </pc:spChg>
        <pc:spChg chg="add">
          <ac:chgData name="Suraksha shetty" userId="b177946c21aeca0d" providerId="LiveId" clId="{4CCA7FDD-AB88-4081-AB86-C458FA2E0866}" dt="2024-12-19T05:38:49.248" v="2692"/>
          <ac:spMkLst>
            <pc:docMk/>
            <pc:sldMk cId="627719285" sldId="288"/>
            <ac:spMk id="12" creationId="{FDE76143-1D63-8555-4A5C-C48849CA6EDF}"/>
          </ac:spMkLst>
        </pc:spChg>
        <pc:picChg chg="add mod">
          <ac:chgData name="Suraksha shetty" userId="b177946c21aeca0d" providerId="LiveId" clId="{4CCA7FDD-AB88-4081-AB86-C458FA2E0866}" dt="2024-12-19T05:39:04.206" v="2697" actId="1076"/>
          <ac:picMkLst>
            <pc:docMk/>
            <pc:sldMk cId="627719285" sldId="288"/>
            <ac:picMk id="11" creationId="{44BE3B08-8105-9A22-2763-A12A0FDF4D90}"/>
          </ac:picMkLst>
        </pc:picChg>
      </pc:sldChg>
      <pc:sldChg chg="addSp modSp add mod">
        <pc:chgData name="Suraksha shetty" userId="b177946c21aeca0d" providerId="LiveId" clId="{4CCA7FDD-AB88-4081-AB86-C458FA2E0866}" dt="2024-12-19T05:46:34.647" v="2730" actId="20577"/>
        <pc:sldMkLst>
          <pc:docMk/>
          <pc:sldMk cId="3674195903" sldId="289"/>
        </pc:sldMkLst>
        <pc:spChg chg="mod">
          <ac:chgData name="Suraksha shetty" userId="b177946c21aeca0d" providerId="LiveId" clId="{4CCA7FDD-AB88-4081-AB86-C458FA2E0866}" dt="2024-12-19T05:46:34.647" v="2730" actId="20577"/>
          <ac:spMkLst>
            <pc:docMk/>
            <pc:sldMk cId="3674195903" sldId="289"/>
            <ac:spMk id="3" creationId="{8D04AFC9-54D3-E216-C2D0-8F9500367865}"/>
          </ac:spMkLst>
        </pc:spChg>
        <pc:spChg chg="add">
          <ac:chgData name="Suraksha shetty" userId="b177946c21aeca0d" providerId="LiveId" clId="{4CCA7FDD-AB88-4081-AB86-C458FA2E0866}" dt="2024-12-19T05:46:19.266" v="2723"/>
          <ac:spMkLst>
            <pc:docMk/>
            <pc:sldMk cId="3674195903" sldId="289"/>
            <ac:spMk id="11" creationId="{52BC16BB-0F8C-0EAE-B04E-D78D2460F86B}"/>
          </ac:spMkLst>
        </pc:spChg>
        <pc:picChg chg="add mod">
          <ac:chgData name="Suraksha shetty" userId="b177946c21aeca0d" providerId="LiveId" clId="{4CCA7FDD-AB88-4081-AB86-C458FA2E0866}" dt="2024-12-19T05:46:30.226" v="2726" actId="1076"/>
          <ac:picMkLst>
            <pc:docMk/>
            <pc:sldMk cId="3674195903" sldId="289"/>
            <ac:picMk id="9" creationId="{F124D2FE-E97F-7761-79EA-7C49288643D5}"/>
          </ac:picMkLst>
        </pc:picChg>
      </pc:sldChg>
      <pc:sldChg chg="addSp modSp add mod">
        <pc:chgData name="Suraksha shetty" userId="b177946c21aeca0d" providerId="LiveId" clId="{4CCA7FDD-AB88-4081-AB86-C458FA2E0866}" dt="2024-12-19T01:19:55.782" v="2118" actId="20577"/>
        <pc:sldMkLst>
          <pc:docMk/>
          <pc:sldMk cId="2640329519" sldId="290"/>
        </pc:sldMkLst>
        <pc:spChg chg="mod">
          <ac:chgData name="Suraksha shetty" userId="b177946c21aeca0d" providerId="LiveId" clId="{4CCA7FDD-AB88-4081-AB86-C458FA2E0866}" dt="2024-12-19T01:19:55.782" v="2118" actId="20577"/>
          <ac:spMkLst>
            <pc:docMk/>
            <pc:sldMk cId="2640329519" sldId="290"/>
            <ac:spMk id="3" creationId="{94279ABB-45B0-92D0-1669-5F9863C610BD}"/>
          </ac:spMkLst>
        </pc:spChg>
        <pc:picChg chg="add mod">
          <ac:chgData name="Suraksha shetty" userId="b177946c21aeca0d" providerId="LiveId" clId="{4CCA7FDD-AB88-4081-AB86-C458FA2E0866}" dt="2024-12-19T01:15:14.175" v="2039" actId="1076"/>
          <ac:picMkLst>
            <pc:docMk/>
            <pc:sldMk cId="2640329519" sldId="290"/>
            <ac:picMk id="9" creationId="{DB8A2201-8954-44CD-DAE9-B8B51B268361}"/>
          </ac:picMkLst>
        </pc:picChg>
      </pc:sldChg>
      <pc:sldChg chg="add del">
        <pc:chgData name="Suraksha shetty" userId="b177946c21aeca0d" providerId="LiveId" clId="{4CCA7FDD-AB88-4081-AB86-C458FA2E0866}" dt="2024-12-19T05:49:54.249" v="2762" actId="2696"/>
        <pc:sldMkLst>
          <pc:docMk/>
          <pc:sldMk cId="2986449938" sldId="291"/>
        </pc:sldMkLst>
      </pc:sldChg>
      <pc:sldChg chg="modSp add mod">
        <pc:chgData name="Suraksha shetty" userId="b177946c21aeca0d" providerId="LiveId" clId="{4CCA7FDD-AB88-4081-AB86-C458FA2E0866}" dt="2024-12-19T05:10:11.144" v="2379" actId="255"/>
        <pc:sldMkLst>
          <pc:docMk/>
          <pc:sldMk cId="2543067737" sldId="292"/>
        </pc:sldMkLst>
        <pc:spChg chg="mod">
          <ac:chgData name="Suraksha shetty" userId="b177946c21aeca0d" providerId="LiveId" clId="{4CCA7FDD-AB88-4081-AB86-C458FA2E0866}" dt="2024-12-19T05:10:11.144" v="2379" actId="255"/>
          <ac:spMkLst>
            <pc:docMk/>
            <pc:sldMk cId="2543067737" sldId="292"/>
            <ac:spMk id="3" creationId="{C2D4D153-92F9-9770-4C6F-F5BE0A8C4621}"/>
          </ac:spMkLst>
        </pc:spChg>
      </pc:sldChg>
      <pc:sldChg chg="modSp add mod">
        <pc:chgData name="Suraksha shetty" userId="b177946c21aeca0d" providerId="LiveId" clId="{4CCA7FDD-AB88-4081-AB86-C458FA2E0866}" dt="2024-12-19T05:24:13.120" v="2547" actId="113"/>
        <pc:sldMkLst>
          <pc:docMk/>
          <pc:sldMk cId="3734523405" sldId="293"/>
        </pc:sldMkLst>
        <pc:spChg chg="mod">
          <ac:chgData name="Suraksha shetty" userId="b177946c21aeca0d" providerId="LiveId" clId="{4CCA7FDD-AB88-4081-AB86-C458FA2E0866}" dt="2024-12-19T05:24:13.120" v="2547" actId="113"/>
          <ac:spMkLst>
            <pc:docMk/>
            <pc:sldMk cId="3734523405" sldId="293"/>
            <ac:spMk id="3" creationId="{CEEC4331-AF3E-5351-CC80-16B0FD294A19}"/>
          </ac:spMkLst>
        </pc:spChg>
      </pc:sldChg>
      <pc:sldChg chg="add del ord">
        <pc:chgData name="Suraksha shetty" userId="b177946c21aeca0d" providerId="LiveId" clId="{4CCA7FDD-AB88-4081-AB86-C458FA2E0866}" dt="2024-12-19T05:50:14.850" v="2763" actId="2696"/>
        <pc:sldMkLst>
          <pc:docMk/>
          <pc:sldMk cId="3070462833" sldId="2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latin typeface="Futura Cyrillic Book" panose="020B0502020204020303" charset="0"/>
              </a:rPr>
              <a:t>12/18/2024</a:t>
            </a:fld>
            <a:endParaRPr lang="en-US">
              <a:latin typeface="Futura Cyrillic Book" panose="020B05020202040203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Futura Cyrillic Book" panose="020B05020202040203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latin typeface="Futura Cyrillic Book" panose="020B0502020204020303" charset="0"/>
              </a:rPr>
              <a:t>‹#›</a:t>
            </a:fld>
            <a:endParaRPr lang="en-US">
              <a:latin typeface="Futura Cyrillic Book" panose="020B050202020402030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13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0ECD8AD1-49EC-45F2-A2FF-1FE3195688C5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utura Cyrillic Book" panose="020B0502020204020303" charset="0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utura Cyrillic Book" panose="020B0502020204020303" charset="0"/>
              </a:defRPr>
            </a:lvl1pPr>
          </a:lstStyle>
          <a:p>
            <a:fld id="{7782813F-5D25-4BB6-888C-4601F8575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utura Cyrillic Book" panose="020B0502020204020303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2813F-5D25-4BB6-888C-4601F85758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20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alphaModFix amt="4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81ACE-890E-4B55-88CA-A440D73ED3A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1BB8E-5703-4605-9BD4-B6282EF196A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988"/>
          <a:stretch>
            <a:fillRect/>
          </a:stretch>
        </p:blipFill>
        <p:spPr>
          <a:xfrm>
            <a:off x="10256520" y="0"/>
            <a:ext cx="2194560" cy="9562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3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0274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944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969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9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0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00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40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2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40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36B80835-DEB3-4275-B379-2566D87801AD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8CA01822-BBE1-4BC5-B54E-43DAA9793F7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utura Cyrillic Book" panose="020B0502020204020303" charset="0"/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utura Cyrillic Book" panose="020B0502020204020303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5999-A99C-46D6-BFDA-AEFA180EA74F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6927-E4BC-4077-9E7B-25FA85E7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pic>
        <p:nvPicPr>
          <p:cNvPr id="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183" y="1851809"/>
            <a:ext cx="3006356" cy="237599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9" r="12453"/>
          <a:stretch>
            <a:fillRect/>
          </a:stretch>
        </p:blipFill>
        <p:spPr>
          <a:xfrm>
            <a:off x="2424931" y="4959072"/>
            <a:ext cx="9071069" cy="1898928"/>
          </a:xfrm>
          <a:prstGeom prst="rect">
            <a:avLst/>
          </a:prstGeom>
        </p:spPr>
      </p:pic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18" name="Group 17"/>
          <p:cNvGrpSpPr/>
          <p:nvPr/>
        </p:nvGrpSpPr>
        <p:grpSpPr>
          <a:xfrm>
            <a:off x="4265296" y="1385570"/>
            <a:ext cx="6069965" cy="1770380"/>
            <a:chOff x="4121" y="2182"/>
            <a:chExt cx="9559" cy="2788"/>
          </a:xfrm>
        </p:grpSpPr>
        <p:grpSp>
          <p:nvGrpSpPr>
            <p:cNvPr id="17" name="Group 16"/>
            <p:cNvGrpSpPr/>
            <p:nvPr/>
          </p:nvGrpSpPr>
          <p:grpSpPr>
            <a:xfrm>
              <a:off x="4121" y="2182"/>
              <a:ext cx="1837" cy="539"/>
              <a:chOff x="4882" y="2182"/>
              <a:chExt cx="1837" cy="539"/>
            </a:xfrm>
          </p:grpSpPr>
          <p:sp>
            <p:nvSpPr>
              <p:cNvPr id="13" name="VISION"/>
              <p:cNvSpPr/>
              <p:nvPr/>
            </p:nvSpPr>
            <p:spPr>
              <a:xfrm>
                <a:off x="4931" y="2182"/>
                <a:ext cx="1788" cy="539"/>
              </a:xfrm>
              <a:prstGeom prst="roundRect">
                <a:avLst>
                  <a:gd name="adj" fmla="val 25046"/>
                </a:avLst>
              </a:prstGeom>
              <a:solidFill>
                <a:srgbClr val="F28E01"/>
              </a:solidFill>
              <a:ln w="25400">
                <a:noFill/>
              </a:ln>
            </p:spPr>
            <p:txBody>
              <a:bodyPr lIns="50800" tIns="50800" rIns="0" bIns="50800" anchor="ctr"/>
              <a:lstStyle/>
              <a:p>
                <a:pPr lvl="2" algn="ctr">
                  <a:lnSpc>
                    <a:spcPct val="10000"/>
                  </a:lnSpc>
                  <a:defRPr sz="3400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r>
                  <a:rPr lang="en-US" sz="3200" dirty="0"/>
                  <a:t>                 </a:t>
                </a:r>
              </a:p>
            </p:txBody>
          </p:sp>
          <p:sp>
            <p:nvSpPr>
              <p:cNvPr id="14" name="Content Placeholder 2"/>
              <p:cNvSpPr txBox="1"/>
              <p:nvPr/>
            </p:nvSpPr>
            <p:spPr>
              <a:xfrm>
                <a:off x="4882" y="2182"/>
                <a:ext cx="1790" cy="539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400" dirty="0">
                    <a:latin typeface="Futura-Bold" charset="0"/>
                    <a:cs typeface="Futura-Bold" charset="0"/>
                  </a:rPr>
                  <a:t>Overveiw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4170" y="2420"/>
              <a:ext cx="9510" cy="2550"/>
              <a:chOff x="4170" y="2420"/>
              <a:chExt cx="9510" cy="2550"/>
            </a:xfrm>
          </p:grpSpPr>
          <p:sp>
            <p:nvSpPr>
              <p:cNvPr id="11" name="VISION"/>
              <p:cNvSpPr/>
              <p:nvPr/>
            </p:nvSpPr>
            <p:spPr>
              <a:xfrm>
                <a:off x="4170" y="2420"/>
                <a:ext cx="9511" cy="2551"/>
              </a:xfrm>
              <a:prstGeom prst="roundRect">
                <a:avLst>
                  <a:gd name="adj" fmla="val 23329"/>
                </a:avLst>
              </a:prstGeom>
              <a:gradFill rotWithShape="0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28E01">
                      <a:alpha val="26000"/>
                      <a:lumMod val="75000"/>
                      <a:lumOff val="25000"/>
                    </a:srgbClr>
                  </a:gs>
                </a:gsLst>
                <a:lin ang="16200000" scaled="0"/>
              </a:gradFill>
              <a:ln w="25400">
                <a:noFill/>
              </a:ln>
            </p:spPr>
            <p:txBody>
              <a:bodyPr lIns="50800" tIns="50800" rIns="50800" bIns="50800" anchor="ctr"/>
              <a:lstStyle/>
              <a:p>
                <a:pPr lvl="2">
                  <a:lnSpc>
                    <a:spcPct val="10000"/>
                  </a:lnSpc>
                  <a:defRPr sz="3400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r>
                  <a:rPr lang="en-US" sz="3200" dirty="0"/>
                  <a:t>                 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653" y="2901"/>
                <a:ext cx="8546" cy="1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300" dirty="0">
                    <a:latin typeface="Futura Cyrillic Book" panose="020B0502020204020303" charset="0"/>
                    <a:cs typeface="Futura Cyrillic Book" panose="020B0502020204020303" charset="0"/>
                  </a:rPr>
                  <a:t>Acharya stands as a beacon of excellence in higher education, boasting a legacy of academic distinction since its establishment in 1990. We offer a transformative educational experience, fostering holistic development, nurturing innovation and providing world-class facilities to ensure an enriching journey for our students.</a:t>
                </a: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410" y="3069000"/>
            <a:ext cx="3188043" cy="1239884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21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22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2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432" y="2386185"/>
            <a:ext cx="9081568" cy="4493761"/>
          </a:xfrm>
          <a:prstGeom prst="rect">
            <a:avLst/>
          </a:prstGeom>
        </p:spPr>
      </p:pic>
      <p:sp>
        <p:nvSpPr>
          <p:cNvPr id="5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8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40" name="Group 39"/>
          <p:cNvGrpSpPr/>
          <p:nvPr/>
        </p:nvGrpSpPr>
        <p:grpSpPr>
          <a:xfrm>
            <a:off x="4296410" y="1269366"/>
            <a:ext cx="4349750" cy="897255"/>
            <a:chOff x="4260" y="1285"/>
            <a:chExt cx="6850" cy="1413"/>
          </a:xfrm>
        </p:grpSpPr>
        <p:sp>
          <p:nvSpPr>
            <p:cNvPr id="10" name="Content Placeholder 2"/>
            <p:cNvSpPr txBox="1"/>
            <p:nvPr/>
          </p:nvSpPr>
          <p:spPr>
            <a:xfrm>
              <a:off x="4261" y="1285"/>
              <a:ext cx="5705" cy="53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dirty="0">
                  <a:latin typeface="Futura-Bold" charset="0"/>
                  <a:cs typeface="Futura-Bold" charset="0"/>
                </a:rPr>
                <a:t>11 Institutions, Infinite Possibilities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4260" y="1823"/>
              <a:ext cx="6850" cy="875"/>
              <a:chOff x="4260" y="1823"/>
              <a:chExt cx="6850" cy="875"/>
            </a:xfrm>
          </p:grpSpPr>
          <p:sp>
            <p:nvSpPr>
              <p:cNvPr id="2" name="VISION"/>
              <p:cNvSpPr/>
              <p:nvPr/>
            </p:nvSpPr>
            <p:spPr>
              <a:xfrm>
                <a:off x="4261" y="1823"/>
                <a:ext cx="6143" cy="875"/>
              </a:xfrm>
              <a:prstGeom prst="roundRect">
                <a:avLst>
                  <a:gd name="adj" fmla="val 23329"/>
                </a:avLst>
              </a:prstGeom>
              <a:gradFill rotWithShape="0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28E01">
                      <a:alpha val="26000"/>
                      <a:lumMod val="75000"/>
                      <a:lumOff val="25000"/>
                    </a:srgbClr>
                  </a:gs>
                </a:gsLst>
                <a:lin ang="16200000" scaled="0"/>
              </a:gradFill>
              <a:ln w="25400">
                <a:noFill/>
              </a:ln>
            </p:spPr>
            <p:txBody>
              <a:bodyPr lIns="50800" tIns="50800" rIns="50800" bIns="50800" anchor="ctr"/>
              <a:lstStyle/>
              <a:p>
                <a:pPr lvl="2">
                  <a:lnSpc>
                    <a:spcPct val="10000"/>
                  </a:lnSpc>
                  <a:defRPr sz="3400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pPr>
                <a:r>
                  <a:rPr lang="en-US" sz="3200" dirty="0"/>
                  <a:t>                 </a:t>
                </a:r>
              </a:p>
            </p:txBody>
          </p:sp>
          <p:sp>
            <p:nvSpPr>
              <p:cNvPr id="15" name="Text Box 14"/>
              <p:cNvSpPr txBox="1"/>
              <p:nvPr/>
            </p:nvSpPr>
            <p:spPr>
              <a:xfrm>
                <a:off x="4260" y="2031"/>
                <a:ext cx="6850" cy="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300" dirty="0">
                    <a:latin typeface="Futura Cyrillic Book" panose="020B0502020204020303" charset="0"/>
                    <a:cs typeface="Futura Cyrillic Book" panose="020B0502020204020303" charset="0"/>
                    <a:sym typeface="+mn-ea"/>
                  </a:rPr>
                  <a:t>We provide 100+ programs across 50 academic streams.</a:t>
                </a:r>
                <a:endParaRPr lang="en-US" sz="1300"/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34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35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36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4" name="TextBox 13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/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/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/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/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/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D429B-9D9B-4862-86B0-1E8F0B471D49}"/>
              </a:ext>
            </a:extLst>
          </p:cNvPr>
          <p:cNvSpPr txBox="1"/>
          <p:nvPr/>
        </p:nvSpPr>
        <p:spPr>
          <a:xfrm>
            <a:off x="2445463" y="909000"/>
            <a:ext cx="89369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DATA:TRAIN</a:t>
            </a:r>
          </a:p>
          <a:p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TopicName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Superconductivity data preprocessing and analysis</a:t>
            </a:r>
          </a:p>
          <a:p>
            <a:r>
              <a:rPr lang="en-IN" sz="4000" b="1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PresentedBy</a:t>
            </a:r>
            <a:r>
              <a:rPr lang="en-IN" sz="4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Suraksha</a:t>
            </a:r>
          </a:p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USN: 1AY23AI126</a:t>
            </a: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90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51898-5B26-E216-6CCF-0B963B3E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E26347B3-31FC-F0ED-92EF-5EF27FB8D9DD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9A585503-A311-1A3C-DC9C-9173FD49E632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BC93C0-B029-0754-122D-4518EB92AAA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522111D0-5922-6F78-F65B-96DC36E818F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40C52492-46B8-1BD7-813F-BD6D33E76BCD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60C779-922D-9886-809D-A0F57C44E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99F4A42-37EF-E8D7-C502-EF901BFAA78D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4D153-92F9-9770-4C6F-F5BE0A8C4621}"/>
              </a:ext>
            </a:extLst>
          </p:cNvPr>
          <p:cNvSpPr txBox="1"/>
          <p:nvPr/>
        </p:nvSpPr>
        <p:spPr>
          <a:xfrm>
            <a:off x="2445463" y="909000"/>
            <a:ext cx="89369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CONTENTS:</a:t>
            </a:r>
          </a:p>
          <a:p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1.Overview of dataset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2.Data preprocessing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3.Data analysis-8 questions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6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8667-E409-48F1-C01E-CE56EF5D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ABEEF8B6-908A-05D5-A605-5E59C1DEF84F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5A494BE8-F5C8-BDDA-8934-819A4CE6A74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B5918D-6BA1-9883-605B-B91DD24D695D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42F1B1F5-3EFF-A507-390B-43386B52C888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3C2CB1BC-62A9-C10A-9A65-0597A6CB1816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4BEA9DC-5747-2BE3-8932-44C8F9ED7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968FD1D-C912-5C74-30BF-7958D4DEF477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4331-AF3E-5351-CC80-16B0FD294A19}"/>
              </a:ext>
            </a:extLst>
          </p:cNvPr>
          <p:cNvSpPr txBox="1"/>
          <p:nvPr/>
        </p:nvSpPr>
        <p:spPr>
          <a:xfrm>
            <a:off x="2445463" y="909000"/>
            <a:ext cx="893692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Dataset Overview:</a:t>
            </a:r>
          </a:p>
          <a:p>
            <a:r>
              <a:rPr lang="en-GB" b="1" dirty="0"/>
              <a:t> Source: </a:t>
            </a:r>
            <a:r>
              <a:rPr lang="en-GB" dirty="0"/>
              <a:t>this data was extracted from the census bureau database</a:t>
            </a:r>
          </a:p>
          <a:p>
            <a:r>
              <a:rPr lang="en-GB" b="1" dirty="0"/>
              <a:t> Found at : </a:t>
            </a:r>
            <a:r>
              <a:rPr lang="en-GB" dirty="0"/>
              <a:t>https://archive.ics.uci.edu/dataset/464/superconductivty+data</a:t>
            </a:r>
          </a:p>
          <a:p>
            <a:pPr>
              <a:buFont typeface="Arial" panose="020B0604020202020204" pitchFamily="34" charset="0"/>
              <a:buChar char="•"/>
            </a:pPr>
            <a:endParaRPr lang="en-GB" b="1" dirty="0"/>
          </a:p>
          <a:p>
            <a:r>
              <a:rPr lang="en-GB" dirty="0"/>
              <a:t>This dataset is a Superconductivity Data, appears to be a collection of data points related to superconductivity. Superconductivity is a phenomenon where certain materials exhibit zero electrical resistance and expel magnetic fields below a critical temperature.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Features: The data likely contains various features that might influence superconductivity in a material. These features could include: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* Elemental composition of the material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* Crystal structure information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* Processing parameters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* Transition temperature (critical temperature at which the material becomes superconducting)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* Other relevant physical or chemical properties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* Data format: The data might be stored in a format like CSV (comma-separated values), TSV (tab-separated values), or ARFF (Attribute-Relation File Format).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* Data size: The number of data points and the number of features will determine the size of the dataset.</a:t>
            </a:r>
          </a:p>
        </p:txBody>
      </p:sp>
    </p:spTree>
    <p:extLst>
      <p:ext uri="{BB962C8B-B14F-4D97-AF65-F5344CB8AC3E}">
        <p14:creationId xmlns:p14="http://schemas.microsoft.com/office/powerpoint/2010/main" val="373452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13E7-AAD0-0929-0E4F-6F223A9A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1FED7AAB-4902-A7C5-45BA-0B711C2FAD40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AA0123DA-2BE5-7CA6-81ED-A82E09C6D61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7EBDD1-349B-80F8-B6EE-21544F34B640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AF4E436A-8A25-C433-44E0-7D862DCD198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9CEBFC6F-DB45-8B0B-8F95-ED3ECF855D97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A864364E-4461-2A3C-56EE-739051282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770186F-C00E-4F56-738D-C1218D071955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F10D3-1378-E079-C198-7EB43FE54C70}"/>
              </a:ext>
            </a:extLst>
          </p:cNvPr>
          <p:cNvSpPr txBox="1"/>
          <p:nvPr/>
        </p:nvSpPr>
        <p:spPr>
          <a:xfrm>
            <a:off x="2629665" y="-2"/>
            <a:ext cx="843521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 preprocessing</a:t>
            </a:r>
          </a:p>
          <a:p>
            <a:endParaRPr lang="en-IN" sz="2400" dirty="0"/>
          </a:p>
          <a:p>
            <a:r>
              <a:rPr lang="en-IN" b="1" dirty="0"/>
              <a:t>*Loading and analysing the dataset</a:t>
            </a:r>
          </a:p>
          <a:p>
            <a:r>
              <a:rPr lang="en-IN" dirty="0"/>
              <a:t>#to load a csv file into R</a:t>
            </a:r>
          </a:p>
          <a:p>
            <a:r>
              <a:rPr lang="en-IN" dirty="0"/>
              <a:t>p=read.csv(</a:t>
            </a:r>
            <a:r>
              <a:rPr lang="en-IN" dirty="0" err="1"/>
              <a:t>file.choose</a:t>
            </a:r>
            <a:r>
              <a:rPr lang="en-IN" dirty="0"/>
              <a:t>())</a:t>
            </a:r>
          </a:p>
          <a:p>
            <a:r>
              <a:rPr lang="en-IN" dirty="0"/>
              <a:t># to </a:t>
            </a:r>
            <a:r>
              <a:rPr lang="en-GB" dirty="0"/>
              <a:t> open the data frame o in a spreadsheet-like viewer</a:t>
            </a:r>
            <a:endParaRPr lang="en-IN" dirty="0"/>
          </a:p>
          <a:p>
            <a:r>
              <a:rPr lang="en-IN" dirty="0"/>
              <a:t>view(p)</a:t>
            </a:r>
          </a:p>
          <a:p>
            <a:r>
              <a:rPr lang="en-IN" dirty="0"/>
              <a:t>#</a:t>
            </a:r>
            <a:r>
              <a:rPr lang="en-GB" dirty="0"/>
              <a:t>to display the structure of an object</a:t>
            </a:r>
            <a:endParaRPr lang="en-IN" dirty="0"/>
          </a:p>
          <a:p>
            <a:r>
              <a:rPr lang="en-IN" dirty="0"/>
              <a:t>str(p)</a:t>
            </a:r>
          </a:p>
          <a:p>
            <a:r>
              <a:rPr lang="en-IN" dirty="0"/>
              <a:t>#to get the summary of the dataset</a:t>
            </a:r>
          </a:p>
          <a:p>
            <a:r>
              <a:rPr lang="en-IN" dirty="0"/>
              <a:t>summary(p)</a:t>
            </a:r>
          </a:p>
          <a:p>
            <a:endParaRPr lang="en-IN" dirty="0"/>
          </a:p>
          <a:p>
            <a:r>
              <a:rPr lang="en-IN" b="1" dirty="0"/>
              <a:t>*Data cleaning</a:t>
            </a:r>
          </a:p>
          <a:p>
            <a:r>
              <a:rPr lang="en-IN" dirty="0"/>
              <a:t>#to check weather there are any  NA values in the dataset </a:t>
            </a:r>
          </a:p>
          <a:p>
            <a:r>
              <a:rPr lang="en-IN" dirty="0" err="1"/>
              <a:t>i</a:t>
            </a:r>
            <a:r>
              <a:rPr lang="en-IN" dirty="0"/>
              <a:t>=is.na(p)</a:t>
            </a:r>
          </a:p>
          <a:p>
            <a:r>
              <a:rPr lang="en-IN" dirty="0" err="1"/>
              <a:t>i</a:t>
            </a:r>
            <a:endParaRPr lang="en-IN" dirty="0"/>
          </a:p>
          <a:p>
            <a:r>
              <a:rPr lang="en-GB" dirty="0"/>
              <a:t># Remove rows with missing values</a:t>
            </a:r>
          </a:p>
          <a:p>
            <a:r>
              <a:rPr lang="en-GB" dirty="0"/>
              <a:t>o &lt;- </a:t>
            </a:r>
            <a:r>
              <a:rPr lang="en-GB" dirty="0" err="1"/>
              <a:t>na.omit</a:t>
            </a:r>
            <a:r>
              <a:rPr lang="en-GB" dirty="0"/>
              <a:t>(p)</a:t>
            </a:r>
          </a:p>
          <a:p>
            <a:r>
              <a:rPr lang="en-GB" dirty="0"/>
              <a:t>o</a:t>
            </a:r>
          </a:p>
          <a:p>
            <a:r>
              <a:rPr lang="en-GB" dirty="0"/>
              <a:t># Replace missing values with a specific value (e.g., mean of a column)</a:t>
            </a:r>
          </a:p>
          <a:p>
            <a:r>
              <a:rPr lang="en-GB" dirty="0" err="1"/>
              <a:t>data$column_name</a:t>
            </a:r>
            <a:r>
              <a:rPr lang="en-GB" dirty="0"/>
              <a:t>[is.na(</a:t>
            </a:r>
            <a:r>
              <a:rPr lang="en-GB" dirty="0" err="1"/>
              <a:t>data$column_name</a:t>
            </a:r>
            <a:r>
              <a:rPr lang="en-GB" dirty="0"/>
              <a:t>)] &lt;- mean(</a:t>
            </a:r>
            <a:r>
              <a:rPr lang="en-GB" dirty="0" err="1"/>
              <a:t>data$column_name</a:t>
            </a:r>
            <a:r>
              <a:rPr lang="en-GB" dirty="0"/>
              <a:t>, na.rm = TRUE)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12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E812-1C1E-B098-8662-BA83D2B12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729D8AE3-A8E6-9579-97A3-FEB013B1E96A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369F59FF-960D-F2E3-A617-133BD0918B1B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82AC51-4BED-90A9-2A16-337FB5AB13A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4F0C721F-A401-8B20-80D7-582AB716ED53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2C011EB7-6E75-8370-00BA-BD94BF0E15FA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885B079D-AD28-1F50-CDC7-ED8F025D7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C30E02-64F4-E57C-29A9-8C3DCC6237F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A0985-ECF3-657D-8544-BCC3E9A24F34}"/>
              </a:ext>
            </a:extLst>
          </p:cNvPr>
          <p:cNvSpPr txBox="1"/>
          <p:nvPr/>
        </p:nvSpPr>
        <p:spPr>
          <a:xfrm>
            <a:off x="2616695" y="189001"/>
            <a:ext cx="897256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analysis-8 questions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correlation between  entropy atomic mass and range atomic mass of an element?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correlation=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o$entropy_atomic_mass,o$range_atomic_mass,use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complete.obs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correlation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correlation=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o$entropy_atomic_mass,o$range_atomic_mass,use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complete.obs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correlation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0.5387739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coefficient ranges between -1 and 1:+1: Perfect positive correlation (both variables increase together).0: No correlation.-1: Perfect negative correlation (one variable increases as the other decreases).A value of 0.5388 indicates a moderate positive correlation between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means that as one of these variables increases, the other tends to increase as well, but not perfectly.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96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9C308-116F-97BB-B027-76C39ACB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F4F0E2CA-A6A5-C3CF-894B-610D9CEABD8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89C24B4E-2C0E-F718-64B6-E84AB8B766A1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28A78E-31DA-2FD5-AB5A-00990D46DBF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55AB7A20-6F08-FF2C-3CCB-865B2C5850B0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1C0B05AE-D9C1-9877-E8AC-326A7614FDCE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9EDAD43C-CC99-E222-4C5B-D9100C3EE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3A08D1-2089-31D4-A9AA-F377C02FCF1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B5EB4-1729-0EDA-73DE-99FC20273171}"/>
              </a:ext>
            </a:extLst>
          </p:cNvPr>
          <p:cNvSpPr txBox="1"/>
          <p:nvPr/>
        </p:nvSpPr>
        <p:spPr>
          <a:xfrm>
            <a:off x="2428737" y="-2"/>
            <a:ext cx="9410537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2.find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spearman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correllation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coefficients,and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they similar or not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pear=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o$entropy_atomic_mass,o$range_atomic_mass,method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pearson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spear=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o$entropy_atomic_mass,o$range_atomic_mass,method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="spearman")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if(abs(pear-spear&lt;.1)){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cat("they are similar")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}else{  cat("they are not similar")}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pear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0.5387739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spear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0.5114234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if(abs(pear-spear&lt;.1)){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cat("they are similar")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}else{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  cat("they are not similar")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}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similar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calculates **Pearson** (linear relationship) and **Spearman** (rank-based) correlation coefficients for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and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`. Since the absolute difference between the two values (**0.5388** and **0.5114**) is less than 0.1, the code concludes that they are similar.</a:t>
            </a: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72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83508-4D00-664F-844F-EC888A50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4B7FEBB0-7D13-97E6-1A53-1703D40B4A6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4E57DD8F-514F-0347-305E-1B9FC1FE187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C739F7-F18C-D032-BC08-D24499552234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CF41D0AE-661C-6CE0-613C-3B14FE6E9C79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F85ABC30-617F-D933-47CA-4554F94E19A6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3030D297-D3BE-D92A-8387-B99F15635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4C7A316-EB78-D30D-4163-1800165EC358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40B88-C1C1-C848-6E5C-A722B5840977}"/>
              </a:ext>
            </a:extLst>
          </p:cNvPr>
          <p:cNvSpPr txBox="1"/>
          <p:nvPr/>
        </p:nvSpPr>
        <p:spPr>
          <a:xfrm>
            <a:off x="2445463" y="189000"/>
            <a:ext cx="9072671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3.plot  the graph of the of any two columns first without log function and then with log function and spot the difference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plot(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o$entropy_atomic_mass,o$range_atomic_mass,main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="chart",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="entropy_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range_atomicmass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plot(log(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),log(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o$range_atomic_mass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),main="chart",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="entropy_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range_atomic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mass")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log function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453225-966C-746E-CD13-ADECDC8D0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190" y="3298636"/>
            <a:ext cx="5813574" cy="343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10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1AF79-07B9-4A29-E6B6-8A6758B3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02AA2BFD-C6CB-146B-70B1-BC572F047C89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92F18E1-4F5D-E73F-84C5-25E8326791C5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FF022E-A2C8-D929-312C-9F228FF75A9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ABE846E4-AB48-CD2E-8BE1-E5621BA7DEB9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B1C98D40-4164-6078-A84C-2406C0E0119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499A59C-1887-B9DD-0079-EF775DB99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5F22E71-C589-96EF-C33E-DAEB7A32B0D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E15F5-2998-7198-F711-E0507F80F83B}"/>
              </a:ext>
            </a:extLst>
          </p:cNvPr>
          <p:cNvSpPr txBox="1"/>
          <p:nvPr/>
        </p:nvSpPr>
        <p:spPr>
          <a:xfrm>
            <a:off x="2833090" y="104237"/>
            <a:ext cx="8456229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log function                                              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generates two scatter plots to compare the relationship between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and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First plot: It directly plots the raw values of the two columns.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Second plot: It applies the logarithmic transformation (`log()`) to both columns before plotting.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 transformation often helps visualize data with large ranges or skewed distributions by compressing larger values and spreading out smaller ones, making patterns or relationships easier to observe.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D51088-1E93-FC26-68AF-51D124F11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000" y="554720"/>
            <a:ext cx="5756523" cy="340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5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4920-8601-7DEF-79EE-ABA7BEA0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94D91AFE-93FA-76C1-0E46-EFFCF2752E17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B08CEF10-475A-1D72-A563-86CCA7A558C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D0ECE-6988-53E0-92DD-FA5006233512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66AAC159-08BA-2169-ED76-632DA94FA282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EAFB224D-FAC8-03F5-E4C4-37D5CFAA2D35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56136DA-0702-27D9-4BA3-F3C17FB24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82354B8-B140-CE9A-0AD0-0410DB0FEAC3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D87D5-C70C-2C48-9A71-7412F1ECECC1}"/>
              </a:ext>
            </a:extLst>
          </p:cNvPr>
          <p:cNvSpPr txBox="1"/>
          <p:nvPr/>
        </p:nvSpPr>
        <p:spPr>
          <a:xfrm>
            <a:off x="2445463" y="-20317"/>
            <a:ext cx="9143791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4.create a histogram on any column using hist function ,add colours and provide axis limits 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o$mean_atomic_mass,main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MEANATOMICMASS",col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green",border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="black",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=c(0,25),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=c(0,50)) 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creates a histogram of the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column, adding a green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bars and black borders. The x-axis is limited to the range 0–25 (`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`), and the y-axis to 0–50 (`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`). The title of the histogram is "MEANATOMICMASS."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523ECB-A6BE-929C-40D9-1673C70A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00" y="1989000"/>
            <a:ext cx="4863150" cy="346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7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2C5D-419B-9C34-A7CE-FA0C570C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D73736DA-7809-1712-1B66-C99A0D099CD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405AF526-566B-457C-AE99-89C61B8EC446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C27CE1-9BC2-35ED-2A45-C3576E084058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D6451D52-6E13-D105-5ED9-A6F0D862F0A5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6CD7DA66-7F40-B3F9-A821-DB925D66E53B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B5F4F745-B57A-E29A-9D41-4BE40EE30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1AED550-1105-DC32-9431-280E37DE3C4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9E5F8-B7E2-AC99-BCD2-2DD727F4347E}"/>
              </a:ext>
            </a:extLst>
          </p:cNvPr>
          <p:cNvSpPr txBox="1"/>
          <p:nvPr/>
        </p:nvSpPr>
        <p:spPr>
          <a:xfrm>
            <a:off x="2445463" y="-20317"/>
            <a:ext cx="9143792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5.Add a density curve for the histogram created in the previous question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o$mean_atomic_mass,main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="HISTOGRAM OF MEAN ATOMIC MASS",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="mean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Density",col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yellow",border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="pink",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=FALSE)lines(density(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na.omit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),col="black",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=2))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                                  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creates a histogram of the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column with yellow bars and pink borders, displaying density instead of frequency (`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=FALSE`). It overlays a black density curve (`lines(density(...))`) to show the distribution of the data.</a:t>
            </a: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51574D5F-A6B3-2688-7B49-085BB09041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BE3B08-8105-9A22-2763-A12A0FDF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48" y="1896104"/>
            <a:ext cx="5441065" cy="321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19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8B72-6C9C-EEEA-786A-7595D5AD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2DA1A4F8-6FEF-1CDA-B279-820286DC47C2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1249CD7A-2CE5-83D2-4F05-C0C31BD72527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16DB79-A5C2-1362-E03F-599092480ACF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BA8BB379-535A-DE16-F1B1-69B9C71C264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E3217C78-3FF3-C382-6A9F-300EC2BCFCC8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50EC01F-2115-CFCC-7764-BCDF61D3B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B90DD6E-F8FC-4D69-38A7-079F20407291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A3547-C0FC-7A86-9A59-CB324FC0BC7F}"/>
              </a:ext>
            </a:extLst>
          </p:cNvPr>
          <p:cNvSpPr txBox="1"/>
          <p:nvPr/>
        </p:nvSpPr>
        <p:spPr>
          <a:xfrm>
            <a:off x="2557703" y="223589"/>
            <a:ext cx="91266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6.what is the maximum value of entropy atomic mass and what is the minimum value of entropy atomic mass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=max(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=min(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=max(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1.983797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=min(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0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calculates the maximum and minimum values of the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column using the `max()` and `min()` functions. The results show the highest value as 1.983797 and the lowest value as 0.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21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F0F6B-7B49-65B2-D2A7-C509816B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C6F1B281-F424-16D9-759D-D9ED574E82A1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467B4673-0E0A-AA99-FA6D-C99001BF65AC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1C738F-629E-BD7C-E683-CE6C667B72FA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513B4902-D7C8-F86E-B63F-5096E1D74C84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EC5C79EE-16C4-07EB-7FBE-9FFCA9B5B600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A2A03BA0-2BEE-A6EB-667A-2AF037AAE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DC6E261-1B34-01C5-A163-F4E442215AA4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2B817-40E3-135F-17EF-5D02D25EB33F}"/>
              </a:ext>
            </a:extLst>
          </p:cNvPr>
          <p:cNvSpPr txBox="1"/>
          <p:nvPr/>
        </p:nvSpPr>
        <p:spPr>
          <a:xfrm>
            <a:off x="2445463" y="-20317"/>
            <a:ext cx="905053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7.Find the number of rows and columns present in your dataset and also find the average of number of elements in the dataset?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cat("number of rows",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nrow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(o))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cat("number of columns",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(o))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average_no_elements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=mean(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o$number_of_elements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average_no_elements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cat("number of rows",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nrow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(o))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 21263&gt; cat("number of columns",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(o))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 82&gt;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average_no_elements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=mean(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o$number_of_elements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average_no_elements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4.115224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determines the number of rows (`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nrow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()`) and columns (`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()`) in the dataset, printing "21263" rows and "82" columns. It also calculates the average of the `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number_of_elements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column using the `mean()` function, yielding a result of 4.115224.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CFAC9-48A7-435B-3784-2EBD441B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12A1147C-17F9-C803-5E7C-FB4791A847E4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240A46A0-5738-6E86-74DB-1B784CFCA0B9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1D922C-F078-7928-B291-9C8958025871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D74B3F90-12CB-8FA4-ABCD-F530B34FB79E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4F0F790E-E1AA-8DD2-5674-973629E002B1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B7498980-2733-62C2-CDB3-FC4C1D557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31CF086-EAE8-B7B5-EC6C-E922BE681AFC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79ABB-45B0-92D0-1669-5F9863C610BD}"/>
              </a:ext>
            </a:extLst>
          </p:cNvPr>
          <p:cNvSpPr txBox="1"/>
          <p:nvPr/>
        </p:nvSpPr>
        <p:spPr>
          <a:xfrm>
            <a:off x="3270014" y="-20317"/>
            <a:ext cx="7505986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using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barplot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boxplot functions plot any one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coloumn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your dataset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#Barplot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barplot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(table(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o$wtd_entropy_atomic_mass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    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main = "Bar Plot of Category Column",      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"Categories",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"Frequency",  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col = rainbow(length(unique(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o$wtd_entropy_atomic_mass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))))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8A2201-8954-44CD-DAE9-B8B51B268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187" y="2935889"/>
            <a:ext cx="5658906" cy="337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29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63F0-3793-38FB-0305-ADF0D0BD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7F3C3DD1-4FFD-6B7E-9C1A-6F71923449A5}"/>
              </a:ext>
            </a:extLst>
          </p:cNvPr>
          <p:cNvSpPr/>
          <p:nvPr/>
        </p:nvSpPr>
        <p:spPr>
          <a:xfrm flipH="1">
            <a:off x="-24000" y="-2"/>
            <a:ext cx="2469463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0BFC81B7-F1E8-462D-3C1D-61C94C937253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82A5A6-A4E4-6C88-1D39-16B70BFC93D5}"/>
              </a:ext>
            </a:extLst>
          </p:cNvPr>
          <p:cNvGrpSpPr/>
          <p:nvPr/>
        </p:nvGrpSpPr>
        <p:grpSpPr>
          <a:xfrm>
            <a:off x="122050" y="1474470"/>
            <a:ext cx="2209165" cy="3067050"/>
            <a:chOff x="230" y="2322"/>
            <a:chExt cx="3479" cy="4830"/>
          </a:xfrm>
        </p:grpSpPr>
        <p:sp>
          <p:nvSpPr>
            <p:cNvPr id="5" name="Rectangle">
              <a:extLst>
                <a:ext uri="{FF2B5EF4-FFF2-40B4-BE49-F238E27FC236}">
                  <a16:creationId xmlns:a16="http://schemas.microsoft.com/office/drawing/2014/main" id="{6543E28D-1B10-0A32-4D32-13FD6C995EE1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71B2D491-249E-C83E-CC93-62CBB24F7A5C}"/>
                </a:ext>
              </a:extLst>
            </p:cNvPr>
            <p:cNvSpPr/>
            <p:nvPr/>
          </p:nvSpPr>
          <p:spPr>
            <a:xfrm flipH="1">
              <a:off x="230" y="262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EBC7D99-CDCB-9848-8BC2-61AC1455E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2B2929E-6921-83A3-E461-6BD1B7B41C72}"/>
              </a:ext>
            </a:extLst>
          </p:cNvPr>
          <p:cNvSpPr txBox="1"/>
          <p:nvPr/>
        </p:nvSpPr>
        <p:spPr>
          <a:xfrm>
            <a:off x="336000" y="3643668"/>
            <a:ext cx="18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Dept of AIML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04AFC9-54D3-E216-C2D0-8F9500367865}"/>
              </a:ext>
            </a:extLst>
          </p:cNvPr>
          <p:cNvSpPr txBox="1"/>
          <p:nvPr/>
        </p:nvSpPr>
        <p:spPr>
          <a:xfrm>
            <a:off x="2495999" y="-20317"/>
            <a:ext cx="9022135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#boxplot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o$wtd_entropy_atomic_mass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main = "Boxplot of Numeric Column",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ylab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"Values",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col = "orange")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generates a bar plot showing the frequency of each unique value in 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wtd_entropy_atomic_mass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and a box plot visualizing the distribution (median, quartiles, outliers) of the same column. Both plots provide different perspectives on the data within the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wtd_entropy_atomic_mass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column.</a:t>
            </a:r>
          </a:p>
          <a:p>
            <a:endParaRPr lang="en-GB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24D2FE-E97F-7761-79EA-7C4928864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000" y="1924846"/>
            <a:ext cx="5760001" cy="343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95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9C92-6E02-7874-9830-4BBD22F6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3612" y="385258"/>
            <a:ext cx="9577800" cy="1325563"/>
          </a:xfrm>
        </p:spPr>
        <p:txBody>
          <a:bodyPr>
            <a:normAutofit/>
          </a:bodyPr>
          <a:lstStyle/>
          <a:p>
            <a:r>
              <a:rPr lang="en-IN" sz="4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907D9-CB79-A9DE-8BC6-D363DC31F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000" y="549000"/>
            <a:ext cx="9577800" cy="5627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57B2B71F-E2AC-EED6-A3F2-641A0CC4FC8A}"/>
              </a:ext>
            </a:extLst>
          </p:cNvPr>
          <p:cNvSpPr/>
          <p:nvPr/>
        </p:nvSpPr>
        <p:spPr>
          <a:xfrm flipH="1">
            <a:off x="-24000" y="-2"/>
            <a:ext cx="1800000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200" baseline="-250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4AC419-AFA9-6D5B-F5F1-DB7FA39FB00A}"/>
              </a:ext>
            </a:extLst>
          </p:cNvPr>
          <p:cNvGrpSpPr/>
          <p:nvPr/>
        </p:nvGrpSpPr>
        <p:grpSpPr>
          <a:xfrm>
            <a:off x="79452" y="1690688"/>
            <a:ext cx="1623998" cy="3010535"/>
            <a:chOff x="294" y="2322"/>
            <a:chExt cx="3416" cy="4741"/>
          </a:xfrm>
        </p:grpSpPr>
        <p:sp>
          <p:nvSpPr>
            <p:cNvPr id="6" name="Rectangle">
              <a:extLst>
                <a:ext uri="{FF2B5EF4-FFF2-40B4-BE49-F238E27FC236}">
                  <a16:creationId xmlns:a16="http://schemas.microsoft.com/office/drawing/2014/main" id="{1DA92202-C45E-CEB2-B047-4AA2E4B9CA8D}"/>
                </a:ext>
              </a:extLst>
            </p:cNvPr>
            <p:cNvSpPr/>
            <p:nvPr/>
          </p:nvSpPr>
          <p:spPr>
            <a:xfrm flipH="1">
              <a:off x="1099" y="2322"/>
              <a:ext cx="2611" cy="2465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/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D81B7D1E-404F-CB9A-1F72-1FD87222F385}"/>
                </a:ext>
              </a:extLst>
            </p:cNvPr>
            <p:cNvSpPr/>
            <p:nvPr/>
          </p:nvSpPr>
          <p:spPr>
            <a:xfrm flipH="1">
              <a:off x="294" y="2534"/>
              <a:ext cx="3192" cy="4529"/>
            </a:xfrm>
            <a:prstGeom prst="rect">
              <a:avLst/>
            </a:prstGeom>
            <a:solidFill>
              <a:srgbClr val="585858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1130300">
                <a:defRPr sz="3200">
                  <a:solidFill>
                    <a:srgbClr val="FFFFFF"/>
                  </a:solidFill>
                  <a:latin typeface="Graphik"/>
                  <a:ea typeface="Graphik"/>
                  <a:cs typeface="Graphik"/>
                  <a:sym typeface="Graphik"/>
                </a:defRPr>
              </a:pPr>
              <a:endParaRPr sz="3200" baseline="-25000" dirty="0"/>
            </a:p>
          </p:txBody>
        </p:sp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9EFB93BC-227F-74FB-6D71-4F1F4714E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7" y="3715"/>
              <a:ext cx="1683" cy="1805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D11AEDB-D6CB-7C85-EEA2-3D3FB759BC51}"/>
              </a:ext>
            </a:extLst>
          </p:cNvPr>
          <p:cNvSpPr txBox="1"/>
          <p:nvPr/>
        </p:nvSpPr>
        <p:spPr>
          <a:xfrm>
            <a:off x="79452" y="3856038"/>
            <a:ext cx="1517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Dept of AIML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2504ECE6-D7FE-29A7-027B-5A535064ED3D}"/>
              </a:ext>
            </a:extLst>
          </p:cNvPr>
          <p:cNvSpPr/>
          <p:nvPr/>
        </p:nvSpPr>
        <p:spPr>
          <a:xfrm flipH="1">
            <a:off x="11496000" y="1"/>
            <a:ext cx="257907" cy="6858000"/>
          </a:xfrm>
          <a:prstGeom prst="rect">
            <a:avLst/>
          </a:prstGeom>
          <a:solidFill>
            <a:srgbClr val="F28E0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1130300">
              <a:defRPr sz="33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 sz="33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E790A-1902-59FC-8E27-62B73B1FA2D2}"/>
              </a:ext>
            </a:extLst>
          </p:cNvPr>
          <p:cNvSpPr txBox="1"/>
          <p:nvPr/>
        </p:nvSpPr>
        <p:spPr>
          <a:xfrm>
            <a:off x="3105964" y="1986384"/>
            <a:ext cx="8433025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050" dirty="0"/>
          </a:p>
          <a:p>
            <a:endParaRPr lang="en-IN" sz="1050" dirty="0"/>
          </a:p>
          <a:p>
            <a:endParaRPr lang="en-IN" sz="1050" dirty="0"/>
          </a:p>
          <a:p>
            <a:r>
              <a:rPr lang="en-IN" sz="1050" dirty="0"/>
              <a:t>       </a:t>
            </a:r>
            <a:r>
              <a:rPr lang="en-IN" sz="9600" dirty="0"/>
              <a:t>THANK YOU  </a:t>
            </a:r>
          </a:p>
          <a:p>
            <a:endParaRPr lang="en-IN" sz="1050" dirty="0"/>
          </a:p>
          <a:p>
            <a:endParaRPr lang="en-IN" sz="1050" dirty="0"/>
          </a:p>
          <a:p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26010867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utura Cyrill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2300</TotalTime>
  <Words>1847</Words>
  <Application>Microsoft Office PowerPoint</Application>
  <PresentationFormat>Widescreen</PresentationFormat>
  <Paragraphs>235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Futura Cyrillic Book</vt:lpstr>
      <vt:lpstr>Futura-Bold</vt:lpstr>
      <vt:lpstr>Times New Roman</vt:lpstr>
      <vt:lpstr>1_Custom Design</vt:lpstr>
      <vt:lpstr>Custom Design</vt:lpstr>
      <vt:lpstr>2_Custom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Principal aip</dc:creator>
  <cp:lastModifiedBy>Suraksha shetty</cp:lastModifiedBy>
  <cp:revision>44</cp:revision>
  <dcterms:created xsi:type="dcterms:W3CDTF">2021-09-07T04:22:00Z</dcterms:created>
  <dcterms:modified xsi:type="dcterms:W3CDTF">2024-12-19T05:50:23Z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0398283ACE364599A240D38F3F474187_13</vt:lpwstr>
  </property>
  <property fmtid="{D5CDD505-2E9C-101B-9397-08002B2CF9AE}" pid="3" name="KSOProductBuildVer">
    <vt:lpwstr>1033-12.2.0.13489</vt:lpwstr>
  </property>
</Properties>
</file>